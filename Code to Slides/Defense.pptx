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File Organizer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  <a:p>
            <a:pPr>
              <a:defRPr sz="2400">
                <a:latin typeface="Calibri"/>
              </a:defRPr>
            </a:pPr>
            <a:r>
              <a:t>Бадалин А.Д.</a:t>
            </a:r>
          </a:p>
          <a:p>
            <a:pPr>
              <a:defRPr sz="2400">
                <a:latin typeface="Calibri"/>
              </a:defRPr>
            </a:pPr>
            <a:r>
              <a:t>ИС 3.1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Цель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>
                <a:solidFill>
                  <a:srgbClr val="000000"/>
                </a:solidFill>
                <a:latin typeface="Calibri"/>
              </a:defRPr>
            </a:pPr>
            <a:r>
              <a:t>Автоматизация процесса сортировки файлов в папке "Загрузки".</a:t>
            </a:r>
          </a:p>
          <a:p>
            <a:pPr>
              <a:defRPr>
                <a:solidFill>
                  <a:srgbClr val="000000"/>
                </a:solidFill>
                <a:latin typeface="Calibri"/>
              </a:defRPr>
            </a:pPr>
            <a:r>
              <a:t>Повышение эффективности работы с учебными материалами.</a:t>
            </a:r>
          </a:p>
          <a:p>
            <a:pPr>
              <a:defRPr>
                <a:solidFill>
                  <a:srgbClr val="000000"/>
                </a:solidFill>
                <a:latin typeface="Calibri"/>
              </a:defRPr>
            </a:pPr>
            <a:r>
              <a:t>Поддержание порядка в файловой системе.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Задачи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>
                <a:solidFill>
                  <a:srgbClr val="000000"/>
                </a:solidFill>
                <a:latin typeface="Calibri"/>
              </a:defRPr>
            </a:pPr>
            <a:r>
              <a:t>Мониторинг новых файлов в реальном времени (Watchdog).</a:t>
            </a:r>
          </a:p>
          <a:p>
            <a:pPr>
              <a:defRPr>
                <a:solidFill>
                  <a:srgbClr val="000000"/>
                </a:solidFill>
                <a:latin typeface="Calibri"/>
              </a:defRPr>
            </a:pPr>
            <a:r>
              <a:t>Анализ содержимого PDF и DOCX документов на наличие ключевых слов.</a:t>
            </a:r>
          </a:p>
          <a:p>
            <a:pPr>
              <a:defRPr>
                <a:solidFill>
                  <a:srgbClr val="000000"/>
                </a:solidFill>
                <a:latin typeface="Calibri"/>
              </a:defRPr>
            </a:pPr>
            <a:r>
              <a:t>Автоматическое определение категории файла по расширению.</a:t>
            </a:r>
          </a:p>
          <a:p>
            <a:pPr>
              <a:defRPr>
                <a:solidFill>
                  <a:srgbClr val="000000"/>
                </a:solidFill>
                <a:latin typeface="Calibri"/>
              </a:defRPr>
            </a:pPr>
            <a:r>
              <a:t>Перемещение файлов в соответствующие тематические папки (Учеба, Изображения, Архивы и др.).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Стек технологий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>
                <a:solidFill>
                  <a:srgbClr val="000000"/>
                </a:solidFill>
                <a:latin typeface="Calibri"/>
              </a:defRPr>
            </a:pPr>
            <a:r>
              <a:t>Python 3.14: Язык программирования.</a:t>
            </a:r>
          </a:p>
          <a:p>
            <a:pPr>
              <a:defRPr>
                <a:solidFill>
                  <a:srgbClr val="000000"/>
                </a:solidFill>
                <a:latin typeface="Calibri"/>
              </a:defRPr>
            </a:pPr>
            <a:r>
              <a:t>watchdog: Отслеживание изменений файловой системы.</a:t>
            </a:r>
          </a:p>
          <a:p>
            <a:pPr>
              <a:defRPr>
                <a:solidFill>
                  <a:srgbClr val="000000"/>
                </a:solidFill>
                <a:latin typeface="Calibri"/>
              </a:defRPr>
            </a:pPr>
            <a:r>
              <a:t>pypdf: Извлечение текста из PDF.</a:t>
            </a:r>
          </a:p>
          <a:p>
            <a:pPr>
              <a:defRPr>
                <a:solidFill>
                  <a:srgbClr val="000000"/>
                </a:solidFill>
                <a:latin typeface="Calibri"/>
              </a:defRPr>
            </a:pPr>
            <a:r>
              <a:t>python-docx: Чтение документов Word.</a:t>
            </a:r>
          </a:p>
          <a:p>
            <a:pPr>
              <a:defRPr>
                <a:solidFill>
                  <a:srgbClr val="000000"/>
                </a:solidFill>
                <a:latin typeface="Calibri"/>
              </a:defRPr>
            </a:pPr>
            <a:r>
              <a:t>shutil / os: Базовые операции с файлами.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Архитектура БД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[Изображение db_schema.png не найдено]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Конфигурация категорий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>
                <a:latin typeface="Consolas"/>
              </a:defRPr>
            </a:pPr>
            <a:r>
              <a:t>CATEGORIES = {</a:t>
            </a:r>
            <a:br/>
            <a:r>
              <a:t>    "Изображения": [".jpg", ".png", ".gif"],</a:t>
            </a:r>
            <a:br/>
            <a:r>
              <a:t>    "Архивы": [".zip", ".rar", ".7z"],</a:t>
            </a:r>
            <a:br/>
            <a:r>
              <a:t>    "Презентации": [".pptx", ".ppt"],</a:t>
            </a:r>
            <a:br/>
            <a:r>
              <a:t>}</a:t>
            </a:r>
            <a:b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Анализ PDF документов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>
                <a:latin typeface="Consolas"/>
              </a:defRPr>
            </a:pPr>
            <a:r>
              <a:t>def check_pdf_content(file_path):</a:t>
            </a:r>
            <a:br/>
            <a:r>
              <a:t>    """Сканирует PDF на наличие ключевых слов."""</a:t>
            </a:r>
            <a:br/>
            <a:r>
              <a:t>    try:</a:t>
            </a:r>
            <a:br/>
            <a:r>
              <a:t>        reader = PdfReader(file_path)</a:t>
            </a:r>
            <a:br/>
            <a:r>
              <a:t>        for page in reader.pages[:5]:</a:t>
            </a:r>
            <a:br/>
            <a:r>
              <a:t>            if any(k in page.extract_text() for k in KEYWORDS):</a:t>
            </a:r>
            <a:br/>
            <a:r>
              <a:t>                return True</a:t>
            </a:r>
            <a:br/>
            <a:r>
              <a:t>    except Exception:</a:t>
            </a:r>
            <a:br/>
            <a:r>
              <a:t>        pass</a:t>
            </a:r>
            <a:br/>
            <a:r>
              <a:t>    return False</a:t>
            </a:r>
            <a:b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Обработчик событий (Watchdog)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>
                <a:latin typeface="Consolas"/>
              </a:defRPr>
            </a:pPr>
            <a:r>
              <a:t>class OrganizerHandler(FileSystemEventHandler):</a:t>
            </a:r>
            <a:br/>
            <a:r>
              <a:t>    def on_created(self, event):</a:t>
            </a:r>
            <a:br/>
            <a:r>
              <a:t>        if not event.is_directory:</a:t>
            </a:r>
            <a:br/>
            <a:r>
              <a:t>            self.process_file(event.src_path)</a:t>
            </a:r>
            <a:b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